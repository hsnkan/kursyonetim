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sunum Balans Cimnastik Akademi’nin günlük salon işlerini panelden nasıl yöneteceğinizi anlatır. Teknik altyapı veya yönetici paneli detaylarına girilmez.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panel bu işleri tek yerde toplar. Kurulum ve hesap açılışı sizin adınıza yapılmıştır; siz doğrudan kullanmaya başlarsınız.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Bilgisayar, tablet veya telefondan tarayıcı ile kullanılır. Ekstra program kurmanız gerekmez.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Herkes kendi ihtiyacı olan menüleri kullanır. Giriş bilgileriniz size özeldir; başkalarıyla paylaşmayın.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Destek konusunu sadece şöyle anlatın: Sorun olduğunda bizi arayın; gerekirse Profil’den kısa süreli izin verirsiniz. PIN, geliştirici paneli veya arka plan işlemlerinden bahsetmeyin.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CANLI DEMO: Yoklama ekranı — kart okut, listede gör.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CANLI DEMO: Öğrenci listesi, yeni kayıt veya arama.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WhatsApp mesajları sizin onayınızla açılır; sistem otomatik toplu mesaj atmaz.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CANLI DEMO: Muhasebe ekranı — özet kartlar ve ödeme 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CANLI DEMO: Raporlar ekranı.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“Audit log” veya teknik terim kullanmayın. Personel değişse bile geçmiş işlemler burada kalır.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Lisans yenileme detaylarını anlatmayın; sadece süreyi profilden takip edebileceklerini ve yenileme için sizinle iletişime geçmeleri gerektiğini söyleyin.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sırasında admin paneli, lisans uzatma veya geliştirici menüsünü göstermeyin.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Günlük iş yükünü azaltır; veli memnuniyetini artırır.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Excel toplu yükleme, lisans ayarı, hesap oluşturma gibi işlemler sizin yapmanız gereken işler değil; destek talebi olarak tarif edin.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Sunum sonunda kısa demo veya birlikte ilk yoklama almayı teklif edin.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BALANS CIMNASTIK AKADEMI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Yönetim Paneli Kullanım Rehberi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Yoklama · Öğrenci · Aidat · Duyuru · Rapor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Balans Cimnastik Akademi  ·  [Sunum Tarihi]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Salon yönetiminde yaşanan zorluklar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Kağıt yoklama ve Excel listeleri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Veli bilgilerinin farklı yerlerde tutulması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Aidat takibinde gecikmeler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Duyuruların gruplara geç ulaşması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Geçmişe dönük kayıt bulmakta zorlanma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Balans Cimnastik Akademi — Tek panel, tüm işlemler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NFC ile anlık yoklama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Öğrenci ve veli kayıtları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Aidat muhasebesi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duyuruları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Raporlar ve işlem kayıtları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 ve güvenlik ayarları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Paneli kimler kullanır?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Salon yöneticisi → aidat, rapor, genel takip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Sekreter / idari personel → kayıt, duyuru, muhasebe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Antrenör → NFC yoklama, grup bilgisi, devamsızlık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Güvenlik ve gizlilik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Kişisel giriş şifreniz ve isteğe bağlı iki aşamalı doğrulama (2FA)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İşlemleriniz sistemde kayıt altında tutulur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Destek talebinde: Profil sayfasından geçici erişim izni verebilirsiniz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Destek oturumu açıkken ekranda uyarı bandı görünür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İzin süresi dolunca erişim otomatik kapanır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NFC Yoklama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Sporcu kartını okutun veya kart numarasını girin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Yoklama anında kaydedilir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Aynı gün tekrar okutulursa uyarı verir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Bugünkü yoklamalar gruplara göre listelenir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 kısayolu ile de hızlı yoklama alınabilir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Öğrenci Yönetimi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Yeni sporcu kaydı, düzenleme ve arama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Grup, aylık aidat, ödeme günü, NFC kart no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Veli telefonları ve iletişim bilgileri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Sağlık, alerji ve not alanları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Kayıt formu çıktısı (Word)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Ayrılan veya dondurulan sporcular arşivde saklanır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Duyurular ve WhatsApp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Hazır şablonlar: genel, aidat, tatil, kar tatili, yarışma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 WhatsApp linki ile toplu duyuru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Veli veli kişisel mesaj gönderimi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Mesajlar Balans Cimnastik Akademi imzasıyla gider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Muhasebe ve Aidat Takibi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Beklenen, tahsil edilen ve kalan aidat özeti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Bugün ödemesi gelen sporcular listesi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“Ödeme Al” ile tahsilat kaydı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Veliye WhatsApp aidat hatırlatması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Aylık tahsilat grafiği ve dönem karşılaştırma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Raporlar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Aylık kayıt istatistikleri (aktif, yeni, ayrılan)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Tarih ve gruba göre yoklama raporu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Yazdır veya PDF olarak kaydet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Antrenör listesi (rapor imzaları için)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İşlem Kayıtları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Kim, ne zaman, hangi işlemi yaptı?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Öğrenci kayıtları, yoklama, ödeme işlemleri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Salon içi kontrol ve hesap verebilirlik için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 Sayfanız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Kalan kullanım sürenizi ve bitiş tarihini görürsünüz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Authenticator ile 2FA kurulumu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Destek gerektiğinde geçici erişim izni verme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Şifre değiştirme (ilk girişte zorunlu olabilir)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Canlı Demo Sırası (5 dakika)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Panele giriş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NFC yoklama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Öğrenci arama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Duyuru şablonu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Aidat — ödeme al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Kısa rapor bakışı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Balans Cimnastik için faydalar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Daha az evrak, daha hızlı yoklama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Veli bilgileri tek yerde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Aidat takibi net ve düzenli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Duyurular hızlı ulaşır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Raporlarla salon performansını görürsünüz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Destek ve iletişim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İlk kurulum ve eğitim tarafımızdan yapıldı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Sorun yaşarsanız bizi arayın veya yazın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Gerekirse Profil’den kısa süreli destek izni verin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 ve öğrenci verilerinde yardım — biz hallederiz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İletişim: [Telefon] · [WhatsApp] · [E-posta]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Sık Sorulan Sorular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kurmam gerekir mi? → Hayır, tarayıcı yeterli.</a:t>
            </a:r>
            <a:endParaRPr lang="en-US" sz="15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Telefondan kullanılabilir mi? → Evet.</a:t>
            </a:r>
            <a:endParaRPr lang="en-US" sz="15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otomatik mesaj atar mı? → Hayır, siz onaylayarak gönderirsiniz.</a:t>
            </a:r>
            <a:endParaRPr lang="en-US" sz="15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Şifremi unuttum ne yapmalıyım? → “Şifremi unuttum” veya bizi arayın.</a:t>
            </a:r>
            <a:endParaRPr lang="en-US" sz="15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Kullanım sürem bittiğinde? → Bizimle iletişime geçin, yenileme yapılır.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Teşekkürler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Balans Cimnastik Akademi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Yönetim Paneli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Sorularınız için her zaman ulaşabilirsiniz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[Telefon] · [WhatsApp]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Balans Cimnastik Akademi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Balans Cimnastik Akademi — Yönetim Paneli Kullanım Rehberi</dc:title>
  <dc:subject>Salon yönetim paneli kullanıcı sunumu</dc:subject>
  <dc:creator>Balans Cimnastik Akademi</dc:creator>
  <cp:lastModifiedBy>Balans Cimnastik Akademi</cp:lastModifiedBy>
  <cp:revision>1</cp:revision>
  <dcterms:created xsi:type="dcterms:W3CDTF">2026-08-19T22:20:05Z</dcterms:created>
  <dcterms:modified xsi:type="dcterms:W3CDTF">2026-08-19T22:20:05Z</dcterms:modified>
</cp:coreProperties>
</file>